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4" r:id="rId2"/>
    <p:sldId id="256" r:id="rId3"/>
    <p:sldId id="277" r:id="rId4"/>
    <p:sldId id="278" r:id="rId5"/>
    <p:sldId id="279" r:id="rId6"/>
    <p:sldId id="280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AA3E-1163-0D4F-AD70-CBC8E252637F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4A73C-EC40-974C-BC26-810418E0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8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A9CF-861E-8E48-B934-D83E82FB26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96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A9CF-861E-8E48-B934-D83E82FB26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96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A9CF-861E-8E48-B934-D83E82FB26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85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A9CF-861E-8E48-B934-D83E82FB26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0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94A9CF-861E-8E48-B934-D83E82FB26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95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4498-6E3F-1BA7-C7CA-A921B54B4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9FE79-2FA9-45F5-F0C1-24CE47648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9914-C5BB-01B9-25C8-E7E06D216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AEF1B-61D0-CE58-753E-51BE3B4CA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B832E-3278-99DA-FBA0-10434A73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93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FE846-0ACC-1A39-8A7E-E98664CE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179AC-4653-ED47-4867-8F70CEE53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638E2-3C5F-6557-401F-7251609B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2BAF2-7197-A565-E5B8-5BC708D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C9CD7-75E2-CDFF-B530-1A17F3B1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5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F59D-B4CC-4E71-65AF-A8B22ED97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1E349-ACAA-14AB-23EC-3F1F896A2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8512-650E-75CB-0B47-3F6A5020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0A323-88C3-BDE0-F303-4C398206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95E69-1060-722F-4CA6-9CDE0AFBB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03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7DFB6-278E-55C0-FD9A-E7D46DDB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D5C30-B325-309A-69E7-470AF1014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6825C-B614-0592-8233-AD67CAB72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416D9-E1C8-9704-58BC-EE3B2A52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CDF63-A71A-3054-E144-78E72DCD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E5500-30A5-28C5-3C4A-44388DB2E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1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40FD-2C54-A8EF-E77A-8F83BEA0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E9F62-07F1-92A0-FB28-90EE6E4CF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422FD-7459-3DD3-18A4-F47C74064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727301-0395-0409-EDE6-A6B7BBD984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D94F2-B32E-E808-B5CD-F0AD479E0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BFA35A-AE92-487F-0C3B-6B797C87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CEC27-15BF-7716-BBEC-30DE90CA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A221F-C4FE-5A28-94C5-D62A855A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E5448-80DA-AD9F-CD1E-13E6640B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C2B19E-D3E5-A9A6-A92D-0B728FF9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D9C232-67AA-4135-C21E-F8FC00957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AC151-AF8F-F450-5412-737D3D61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0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619BE-CC37-2D87-00F4-025CA473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3977F-FE08-F666-2D66-895E292A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8648B-B6E9-5A83-2CBD-0651F366E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93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EEA5-B1DA-BDC2-FFCB-2D85F4774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D135D-5028-8F72-3856-B76A2BB21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A6B5E-800B-143A-CD80-CA538C69C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9A76-0732-677D-097B-611C3A8F1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4BD87-3127-3E97-4ADA-02EA153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CC357-142B-2EB7-31A2-5D23CB38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6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6237-1658-5296-6D6E-DCDFBC6B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A4CD03-979B-9BFE-3E04-5797EF9C74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928CB-8C46-E757-73C5-1DB36B397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E3D13-578A-37F1-2A7C-436388DC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071D0-6099-C98C-A592-6703A8DF4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4F27D-1541-BBA8-ABB6-BF5EC7C2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5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3674-1FC8-8297-A222-2CB63DA7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363FA-7EF3-EDD3-40F5-9B261984C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F82B3-8B96-8D10-4684-2480D1C8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7D97F-6922-EDA3-826D-CF7F2F936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8170-200B-0506-C01C-0FBD84E6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5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6C33AD-FC5C-5431-5651-938D00E2A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0F5CB-30E7-3DF5-C890-02CF8BA7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D52E7-6AD3-67BE-2F5C-5F7CF8BFD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2B85-C49C-44B5-C103-76680749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2EA7-6405-C838-927F-E41422135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C380C-9191-8BAC-AD0B-5C405736E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6A2EF-150E-D30A-4BEE-093D82AB0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FDE81-8563-4292-C6E4-12C0D53F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CBC08-8E28-B64F-A1CE-03E22C10A370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2D6C6-E4BA-6204-31B0-44B09E542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8E9AC-9BEF-43AB-93A0-08EEAE805E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B8D9B-5F9D-D843-938D-38DB503E83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89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cgozzo@soapboxret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white text&#10;&#10;Description automatically generated">
            <a:extLst>
              <a:ext uri="{FF2B5EF4-FFF2-40B4-BE49-F238E27FC236}">
                <a16:creationId xmlns:a16="http://schemas.microsoft.com/office/drawing/2014/main" id="{762F8676-0718-8604-FEF1-26F2119F88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658470" y="0"/>
            <a:ext cx="887506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96093D-5FF6-DF03-4F2B-A5A87F2AD944}"/>
              </a:ext>
            </a:extLst>
          </p:cNvPr>
          <p:cNvSpPr txBox="1"/>
          <p:nvPr/>
        </p:nvSpPr>
        <p:spPr>
          <a:xfrm>
            <a:off x="2381469" y="4485003"/>
            <a:ext cx="4704724" cy="418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18" b="1" dirty="0">
                <a:solidFill>
                  <a:srgbClr val="33B2C1"/>
                </a:solidFill>
                <a:latin typeface="Raleway" panose="020B0503030101060003" pitchFamily="34" charset="77"/>
              </a:rPr>
              <a:t>Hyper Audit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49541-A5A2-B7EE-8DA4-C4918E0BDE0D}"/>
              </a:ext>
            </a:extLst>
          </p:cNvPr>
          <p:cNvSpPr txBox="1"/>
          <p:nvPr/>
        </p:nvSpPr>
        <p:spPr>
          <a:xfrm>
            <a:off x="2381469" y="4865197"/>
            <a:ext cx="4704724" cy="336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</a:rPr>
              <a:t>April 9, 2025</a:t>
            </a:r>
          </a:p>
        </p:txBody>
      </p:sp>
    </p:spTree>
    <p:extLst>
      <p:ext uri="{BB962C8B-B14F-4D97-AF65-F5344CB8AC3E}">
        <p14:creationId xmlns:p14="http://schemas.microsoft.com/office/powerpoint/2010/main" val="319750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471EB4-CE73-15B4-CA90-D1194AEAF788}"/>
              </a:ext>
            </a:extLst>
          </p:cNvPr>
          <p:cNvSpPr txBox="1"/>
          <p:nvPr/>
        </p:nvSpPr>
        <p:spPr>
          <a:xfrm>
            <a:off x="104707" y="0"/>
            <a:ext cx="100185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3B2C1"/>
                </a:solidFill>
                <a:effectLst/>
                <a:latin typeface="Raleway" pitchFamily="2" charset="77"/>
              </a:rPr>
              <a:t>(Product Title)</a:t>
            </a:r>
            <a:br>
              <a:rPr lang="en-US" sz="3200" b="1" dirty="0">
                <a:solidFill>
                  <a:srgbClr val="2E2F32"/>
                </a:solidFill>
                <a:effectLst/>
                <a:latin typeface="Raleway" pitchFamily="2" charset="77"/>
              </a:rPr>
            </a:br>
            <a:r>
              <a:rPr lang="en-US" sz="3200" b="1" dirty="0">
                <a:solidFill>
                  <a:srgbClr val="2E2F32"/>
                </a:solidFill>
                <a:effectLst/>
                <a:latin typeface="Raleway" pitchFamily="2" charset="77"/>
              </a:rPr>
              <a:t> </a:t>
            </a:r>
            <a:r>
              <a:rPr lang="en-US" dirty="0">
                <a:solidFill>
                  <a:srgbClr val="002B47"/>
                </a:solidFill>
                <a:latin typeface="Raleway" pitchFamily="2" charset="77"/>
              </a:rPr>
              <a:t>(Item ID)</a:t>
            </a:r>
            <a:endParaRPr lang="en-US" b="1" dirty="0">
              <a:solidFill>
                <a:srgbClr val="2E2F32"/>
              </a:solidFill>
              <a:effectLst/>
              <a:latin typeface="Raleway" pitchFamily="2" charset="77"/>
            </a:endParaRPr>
          </a:p>
          <a:p>
            <a:br>
              <a:rPr lang="en-US" sz="3200" dirty="0">
                <a:effectLst/>
              </a:rPr>
            </a:br>
            <a:endParaRPr lang="en-US" sz="3200" dirty="0">
              <a:effectLst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AA6567-612D-D6F4-700B-CD86549B7E66}"/>
              </a:ext>
            </a:extLst>
          </p:cNvPr>
          <p:cNvSpPr/>
          <p:nvPr/>
        </p:nvSpPr>
        <p:spPr>
          <a:xfrm>
            <a:off x="1692166" y="1324304"/>
            <a:ext cx="8431113" cy="38467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BBA41C-605F-C88F-EC15-EC5F449B18F6}"/>
              </a:ext>
            </a:extLst>
          </p:cNvPr>
          <p:cNvSpPr txBox="1"/>
          <p:nvPr/>
        </p:nvSpPr>
        <p:spPr>
          <a:xfrm>
            <a:off x="4566745" y="2984938"/>
            <a:ext cx="3058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aleway" pitchFamily="2" charset="77"/>
              </a:rPr>
              <a:t>(Insert PDP image here)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03549-189E-13D9-21D9-F3AF9D93F2D0}"/>
              </a:ext>
            </a:extLst>
          </p:cNvPr>
          <p:cNvSpPr txBox="1"/>
          <p:nvPr/>
        </p:nvSpPr>
        <p:spPr>
          <a:xfrm>
            <a:off x="104707" y="5349030"/>
            <a:ext cx="61222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33B2C1"/>
                </a:solidFill>
                <a:latin typeface="Raleway" pitchFamily="2" charset="77"/>
              </a:rPr>
              <a:t>Image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aleway" pitchFamily="2" charset="77"/>
              </a:rPr>
              <a:t>(bullet list here)</a:t>
            </a:r>
            <a:br>
              <a:rPr lang="en-US" b="1" dirty="0">
                <a:latin typeface="Raleway" pitchFamily="2" charset="77"/>
              </a:rPr>
            </a:br>
            <a:endParaRPr lang="en-US" b="1" dirty="0">
              <a:latin typeface="Raleway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010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30CC-F28C-C740-7726-4E24775489EB}"/>
              </a:ext>
            </a:extLst>
          </p:cNvPr>
          <p:cNvSpPr txBox="1"/>
          <p:nvPr/>
        </p:nvSpPr>
        <p:spPr>
          <a:xfrm>
            <a:off x="94466" y="160007"/>
            <a:ext cx="7353061" cy="526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4" b="1" dirty="0">
                <a:solidFill>
                  <a:srgbClr val="33B2C1"/>
                </a:solidFill>
                <a:latin typeface="Raleway" panose="020B0503030101060003" pitchFamily="34" charset="77"/>
              </a:rPr>
              <a:t>Content Optimizations</a:t>
            </a:r>
            <a:endParaRPr lang="en-US" sz="2471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9F1727-E596-1C6A-EA04-3DB3755C62BC}"/>
              </a:ext>
            </a:extLst>
          </p:cNvPr>
          <p:cNvSpPr txBox="1"/>
          <p:nvPr/>
        </p:nvSpPr>
        <p:spPr>
          <a:xfrm>
            <a:off x="821881" y="1278594"/>
            <a:ext cx="8673326" cy="825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8" dirty="0">
                <a:solidFill>
                  <a:srgbClr val="33B2C1"/>
                </a:solidFill>
                <a:latin typeface="Raleway" pitchFamily="2" charset="77"/>
              </a:rPr>
              <a:t>Title Recommendations:</a:t>
            </a:r>
            <a:br>
              <a:rPr lang="en-US" sz="1588" dirty="0">
                <a:solidFill>
                  <a:srgbClr val="33B2C1"/>
                </a:solidFill>
                <a:latin typeface="Raleway" pitchFamily="2" charset="77"/>
              </a:rPr>
            </a:br>
            <a:r>
              <a:rPr lang="en-US" sz="1588" dirty="0">
                <a:latin typeface="Raleway" pitchFamily="2" charset="77"/>
              </a:rPr>
              <a:t>(Product Title)</a:t>
            </a:r>
          </a:p>
          <a:p>
            <a:endParaRPr lang="en-US" sz="1588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CD86B4-647C-7BF0-33DC-2C8DEA8C523A}"/>
              </a:ext>
            </a:extLst>
          </p:cNvPr>
          <p:cNvSpPr txBox="1"/>
          <p:nvPr/>
        </p:nvSpPr>
        <p:spPr>
          <a:xfrm>
            <a:off x="821881" y="2426152"/>
            <a:ext cx="443752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8" dirty="0">
                <a:solidFill>
                  <a:srgbClr val="33B2C1"/>
                </a:solidFill>
                <a:latin typeface="Raleway" pitchFamily="2" charset="77"/>
              </a:rPr>
              <a:t>Description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88" dirty="0">
                <a:latin typeface="Raleway" pitchFamily="2" charset="77"/>
              </a:rPr>
              <a:t>(Bullet information listed here)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41956-740E-2AD0-22E4-9D47608ECA10}"/>
              </a:ext>
            </a:extLst>
          </p:cNvPr>
          <p:cNvSpPr txBox="1"/>
          <p:nvPr/>
        </p:nvSpPr>
        <p:spPr>
          <a:xfrm>
            <a:off x="6932592" y="2426152"/>
            <a:ext cx="4437529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88" dirty="0">
                <a:solidFill>
                  <a:srgbClr val="33B2C1"/>
                </a:solidFill>
                <a:latin typeface="Raleway" pitchFamily="2" charset="77"/>
              </a:rPr>
              <a:t>Key Features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88" dirty="0">
                <a:latin typeface="Raleway" pitchFamily="2" charset="77"/>
              </a:rPr>
              <a:t>(Bullet information listed here)</a:t>
            </a:r>
          </a:p>
        </p:txBody>
      </p:sp>
    </p:spTree>
    <p:extLst>
      <p:ext uri="{BB962C8B-B14F-4D97-AF65-F5344CB8AC3E}">
        <p14:creationId xmlns:p14="http://schemas.microsoft.com/office/powerpoint/2010/main" val="230295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30CC-F28C-C740-7726-4E24775489EB}"/>
              </a:ext>
            </a:extLst>
          </p:cNvPr>
          <p:cNvSpPr txBox="1"/>
          <p:nvPr/>
        </p:nvSpPr>
        <p:spPr>
          <a:xfrm>
            <a:off x="94466" y="160007"/>
            <a:ext cx="7353061" cy="526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4" b="1" dirty="0">
                <a:solidFill>
                  <a:srgbClr val="33B2C1"/>
                </a:solidFill>
                <a:latin typeface="Raleway" panose="020B0503030101060003" pitchFamily="34" charset="77"/>
              </a:rPr>
              <a:t>Competitor Graphics</a:t>
            </a:r>
            <a:endParaRPr lang="en-US" sz="2471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325D9-CF7D-03E6-9963-032BDC2B01C9}"/>
              </a:ext>
            </a:extLst>
          </p:cNvPr>
          <p:cNvSpPr txBox="1"/>
          <p:nvPr/>
        </p:nvSpPr>
        <p:spPr>
          <a:xfrm>
            <a:off x="94466" y="547420"/>
            <a:ext cx="764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B47"/>
                </a:solidFill>
                <a:latin typeface="Raleway Medium" panose="020B0503030101060003" pitchFamily="34" charset="77"/>
              </a:rPr>
              <a:t>(Retailer)</a:t>
            </a:r>
            <a:endParaRPr lang="en-US" sz="2000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8CB0C-35C5-815B-AB03-3F2A0F47FE9F}"/>
              </a:ext>
            </a:extLst>
          </p:cNvPr>
          <p:cNvSpPr/>
          <p:nvPr/>
        </p:nvSpPr>
        <p:spPr>
          <a:xfrm>
            <a:off x="462455" y="1713186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C86901-7129-AED5-54F1-CFAED1EACE66}"/>
              </a:ext>
            </a:extLst>
          </p:cNvPr>
          <p:cNvSpPr/>
          <p:nvPr/>
        </p:nvSpPr>
        <p:spPr>
          <a:xfrm>
            <a:off x="2632841" y="1713186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6ABC6-DA96-03C5-ACAF-92B199351F30}"/>
              </a:ext>
            </a:extLst>
          </p:cNvPr>
          <p:cNvSpPr/>
          <p:nvPr/>
        </p:nvSpPr>
        <p:spPr>
          <a:xfrm>
            <a:off x="4803227" y="1713186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F067B-0C7A-4986-7D77-E6661B7EBC3A}"/>
              </a:ext>
            </a:extLst>
          </p:cNvPr>
          <p:cNvSpPr/>
          <p:nvPr/>
        </p:nvSpPr>
        <p:spPr>
          <a:xfrm>
            <a:off x="6973613" y="1713186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3DB27-7766-2A1E-11E1-87EEEF5CDF63}"/>
              </a:ext>
            </a:extLst>
          </p:cNvPr>
          <p:cNvSpPr/>
          <p:nvPr/>
        </p:nvSpPr>
        <p:spPr>
          <a:xfrm>
            <a:off x="9143999" y="1713186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87D5D1-1D5C-3CB3-C9F1-7E72E8BB6783}"/>
              </a:ext>
            </a:extLst>
          </p:cNvPr>
          <p:cNvSpPr/>
          <p:nvPr/>
        </p:nvSpPr>
        <p:spPr>
          <a:xfrm>
            <a:off x="462455" y="3788979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28E9B-E345-156A-5C7A-3FCF09368832}"/>
              </a:ext>
            </a:extLst>
          </p:cNvPr>
          <p:cNvSpPr/>
          <p:nvPr/>
        </p:nvSpPr>
        <p:spPr>
          <a:xfrm>
            <a:off x="2632841" y="3788979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3EB668-E513-4D4D-3F7B-DB0C456911A8}"/>
              </a:ext>
            </a:extLst>
          </p:cNvPr>
          <p:cNvSpPr/>
          <p:nvPr/>
        </p:nvSpPr>
        <p:spPr>
          <a:xfrm>
            <a:off x="4803227" y="3788979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59EDE8-7174-698C-1497-09CEA4041AD7}"/>
              </a:ext>
            </a:extLst>
          </p:cNvPr>
          <p:cNvSpPr/>
          <p:nvPr/>
        </p:nvSpPr>
        <p:spPr>
          <a:xfrm>
            <a:off x="6973613" y="3788979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78EC7-9325-9224-FE97-EBEE80420D7B}"/>
              </a:ext>
            </a:extLst>
          </p:cNvPr>
          <p:cNvSpPr/>
          <p:nvPr/>
        </p:nvSpPr>
        <p:spPr>
          <a:xfrm>
            <a:off x="9143999" y="3788979"/>
            <a:ext cx="1923393" cy="17158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FC0AC-F9EE-8E93-3576-56F7EC8EA483}"/>
              </a:ext>
            </a:extLst>
          </p:cNvPr>
          <p:cNvSpPr txBox="1"/>
          <p:nvPr/>
        </p:nvSpPr>
        <p:spPr>
          <a:xfrm>
            <a:off x="656896" y="2432593"/>
            <a:ext cx="1534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(image placeholder)</a:t>
            </a:r>
          </a:p>
        </p:txBody>
      </p:sp>
    </p:spTree>
    <p:extLst>
      <p:ext uri="{BB962C8B-B14F-4D97-AF65-F5344CB8AC3E}">
        <p14:creationId xmlns:p14="http://schemas.microsoft.com/office/powerpoint/2010/main" val="26703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30CC-F28C-C740-7726-4E24775489EB}"/>
              </a:ext>
            </a:extLst>
          </p:cNvPr>
          <p:cNvSpPr txBox="1"/>
          <p:nvPr/>
        </p:nvSpPr>
        <p:spPr>
          <a:xfrm>
            <a:off x="94466" y="160007"/>
            <a:ext cx="7353061" cy="526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4" b="1" dirty="0">
                <a:solidFill>
                  <a:srgbClr val="33B2C1"/>
                </a:solidFill>
                <a:latin typeface="Raleway" panose="020B0503030101060003" pitchFamily="34" charset="77"/>
              </a:rPr>
              <a:t>Retail Media Optimizations </a:t>
            </a:r>
            <a:endParaRPr lang="en-US" sz="2471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325D9-CF7D-03E6-9963-032BDC2B01C9}"/>
              </a:ext>
            </a:extLst>
          </p:cNvPr>
          <p:cNvSpPr txBox="1"/>
          <p:nvPr/>
        </p:nvSpPr>
        <p:spPr>
          <a:xfrm>
            <a:off x="94466" y="686946"/>
            <a:ext cx="764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B47"/>
                </a:solidFill>
                <a:latin typeface="Raleway Medium" panose="020B0503030101060003" pitchFamily="34" charset="77"/>
              </a:rPr>
              <a:t>(Retailer)</a:t>
            </a:r>
            <a:endParaRPr lang="en-US" sz="2000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3152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930CC-F28C-C740-7726-4E24775489EB}"/>
              </a:ext>
            </a:extLst>
          </p:cNvPr>
          <p:cNvSpPr txBox="1"/>
          <p:nvPr/>
        </p:nvSpPr>
        <p:spPr>
          <a:xfrm>
            <a:off x="94466" y="160007"/>
            <a:ext cx="7353061" cy="526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24" b="1" dirty="0">
                <a:solidFill>
                  <a:srgbClr val="33B2C1"/>
                </a:solidFill>
                <a:latin typeface="Raleway" panose="020B0503030101060003" pitchFamily="34" charset="77"/>
              </a:rPr>
              <a:t>Competitor Ad Graphics</a:t>
            </a:r>
            <a:endParaRPr lang="en-US" sz="2471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325D9-CF7D-03E6-9963-032BDC2B01C9}"/>
              </a:ext>
            </a:extLst>
          </p:cNvPr>
          <p:cNvSpPr txBox="1"/>
          <p:nvPr/>
        </p:nvSpPr>
        <p:spPr>
          <a:xfrm>
            <a:off x="94466" y="547420"/>
            <a:ext cx="7644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B47"/>
                </a:solidFill>
                <a:latin typeface="Raleway Medium" panose="020B0503030101060003" pitchFamily="34" charset="77"/>
              </a:rPr>
              <a:t>(Retailer)</a:t>
            </a:r>
            <a:endParaRPr lang="en-US" sz="2000" dirty="0">
              <a:solidFill>
                <a:srgbClr val="002B47"/>
              </a:solidFill>
              <a:latin typeface="Raleway Medium" panose="020B05030301010600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68CB0C-35C5-815B-AB03-3F2A0F47FE9F}"/>
              </a:ext>
            </a:extLst>
          </p:cNvPr>
          <p:cNvSpPr/>
          <p:nvPr/>
        </p:nvSpPr>
        <p:spPr>
          <a:xfrm>
            <a:off x="462455" y="1713186"/>
            <a:ext cx="7104993" cy="1460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87D5D1-1D5C-3CB3-C9F1-7E72E8BB6783}"/>
              </a:ext>
            </a:extLst>
          </p:cNvPr>
          <p:cNvSpPr/>
          <p:nvPr/>
        </p:nvSpPr>
        <p:spPr>
          <a:xfrm>
            <a:off x="462455" y="3788978"/>
            <a:ext cx="8387255" cy="27799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678EC7-9325-9224-FE97-EBEE80420D7B}"/>
              </a:ext>
            </a:extLst>
          </p:cNvPr>
          <p:cNvSpPr/>
          <p:nvPr/>
        </p:nvSpPr>
        <p:spPr>
          <a:xfrm>
            <a:off x="9143999" y="547420"/>
            <a:ext cx="2837794" cy="49573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9FC0AC-F9EE-8E93-3576-56F7EC8EA483}"/>
              </a:ext>
            </a:extLst>
          </p:cNvPr>
          <p:cNvSpPr txBox="1"/>
          <p:nvPr/>
        </p:nvSpPr>
        <p:spPr>
          <a:xfrm>
            <a:off x="656896" y="2432593"/>
            <a:ext cx="27064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(ad image placeholder)</a:t>
            </a:r>
          </a:p>
        </p:txBody>
      </p:sp>
    </p:spTree>
    <p:extLst>
      <p:ext uri="{BB962C8B-B14F-4D97-AF65-F5344CB8AC3E}">
        <p14:creationId xmlns:p14="http://schemas.microsoft.com/office/powerpoint/2010/main" val="3294441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72646-86BF-3FBD-A46A-D9082691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D641A5-F4BD-E288-1D7C-7E271E005B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470" y="0"/>
            <a:ext cx="887506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F87E47-1791-FCC6-C3C9-A4D761F6CA97}"/>
              </a:ext>
            </a:extLst>
          </p:cNvPr>
          <p:cNvSpPr txBox="1"/>
          <p:nvPr/>
        </p:nvSpPr>
        <p:spPr>
          <a:xfrm>
            <a:off x="2381468" y="4898882"/>
            <a:ext cx="3432696" cy="418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18" b="1" dirty="0">
                <a:solidFill>
                  <a:srgbClr val="33B2C1"/>
                </a:solidFill>
                <a:latin typeface="Raleway" panose="020B0503030101060003" pitchFamily="34" charset="77"/>
              </a:rPr>
              <a:t>Chelsi Gozzo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1D0DD0-7CD5-52F6-16A4-52E8FF445599}"/>
              </a:ext>
            </a:extLst>
          </p:cNvPr>
          <p:cNvSpPr txBox="1"/>
          <p:nvPr/>
        </p:nvSpPr>
        <p:spPr>
          <a:xfrm>
            <a:off x="2381468" y="5234185"/>
            <a:ext cx="5764748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</a:rPr>
              <a:t>Director of Ecommerce </a:t>
            </a:r>
            <a:b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</a:rPr>
            </a:br>
            <a: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  <a:hlinkClick r:id="rId4"/>
              </a:rPr>
              <a:t>cgozzo@soapboxretail.com</a:t>
            </a:r>
            <a:b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</a:rPr>
            </a:br>
            <a:r>
              <a:rPr lang="en-US" sz="1588" dirty="0">
                <a:solidFill>
                  <a:schemeClr val="bg1"/>
                </a:solidFill>
                <a:latin typeface="Raleway Medium" panose="020B0503030101060003" pitchFamily="34" charset="77"/>
              </a:rPr>
              <a:t>720-234-4450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E172A-EB65-41F0-5379-EF4670B468F9}"/>
              </a:ext>
            </a:extLst>
          </p:cNvPr>
          <p:cNvSpPr txBox="1"/>
          <p:nvPr/>
        </p:nvSpPr>
        <p:spPr>
          <a:xfrm>
            <a:off x="2381469" y="2807211"/>
            <a:ext cx="4704724" cy="635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30" b="1" dirty="0">
                <a:solidFill>
                  <a:schemeClr val="bg1"/>
                </a:solidFill>
                <a:latin typeface="Raleway" panose="020B0503030101060003" pitchFamily="34" charset="77"/>
              </a:rPr>
              <a:t>Let’s connect!</a:t>
            </a:r>
          </a:p>
        </p:txBody>
      </p:sp>
    </p:spTree>
    <p:extLst>
      <p:ext uri="{BB962C8B-B14F-4D97-AF65-F5344CB8AC3E}">
        <p14:creationId xmlns:p14="http://schemas.microsoft.com/office/powerpoint/2010/main" val="99786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</Words>
  <Application>Microsoft Macintosh PowerPoint</Application>
  <PresentationFormat>Widescreen</PresentationFormat>
  <Paragraphs>29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Raleway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Chelsi Gozzo</dc:creator>
  <cp:lastModifiedBy>Chelsi Gozzo</cp:lastModifiedBy>
  <cp:revision>1</cp:revision>
  <dcterms:created xsi:type="dcterms:W3CDTF">2026-03-30T20:22:03Z</dcterms:created>
  <dcterms:modified xsi:type="dcterms:W3CDTF">2026-03-30T20:38:21Z</dcterms:modified>
</cp:coreProperties>
</file>